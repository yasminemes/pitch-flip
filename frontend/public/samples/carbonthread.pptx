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Carbonthread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4ADE80"/>
                </a:solidFill>
              </a:rPr>
              <a:t>Your supply chain's carbon footprint, finally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90A8"/>
                </a:solidFill>
              </a:rPr>
              <a:t>Series A Pitch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70% of a company's carbon footprint lives in Scope 3 — emissions from suppliers they don't control
  Current approach: annual surveys sent to suppliers. Average response rate: 38%.
  Data is months out of date, unauditable, and fails regulatory scrutiny
  CSRD (EU) and SEC climate disclosure rules require verified Scope 3 data — starting now
  Companies face fines, ESG rating downgrades, and investor withdrawal with no reliable data to show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Carbonthread connects directly to ERP, procurement, and logistics systems
  Maps every supplier transaction to a verified carbon emissions factor — automatically, in real time
  Aggregates Scope 1, 2, and 3 into a single auditable dashboard
  Supplier engagement module: automated data requests, peer benchmarking, gap analysis
  One-click export for CSRD, GRI, TCFD, and CDP — audit-ready on day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1. Connect: SAP, Oracle, or NetSuite integration — live in 2 weeks, no data migration required
  2. Map: Every purchase order matched to one of 80,000+ product and service carbon factors
  3. Calculate: Real-time Scope 3 emissions by supplier, category, geography, and product line
  4. Engage: Automated supplier data requests for primary data where spend warrants it
  5. Report: Regulatory-ready export with methodology footnotes and confidence intervals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11 enterprise customers including 3 FTSE 100 companies and 4 mid-market manufacturers
  $3.4M ARR | 160% net revenue retention
  Average Scope 3 data completeness improved from 18% to 94% within 90 days
  Customers have collectively avoided €12M in projected ESG reporting penalties
  Expansion pipeline: 7 existing customers upgrading to Supplier Engagement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ESG reporting software market: $1.6B in 2024, projected $7.5B by 2030 (CAGR 29%)
  CSRD brings 50,000 EU companies into mandatory reporting — starting 2025
  SEC climate disclosure rules targeting 10,000+ US public companies
  Total addressable opportunity in Scope 3 data infrastructure: $18B globally
  Regulatory mandates create non-discretionary spend — recession-resilient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Platform fee: $3,500/month base (includes ERP integration and core dashboard)
  Per-supplier pricing: $12/active supplier/month
  Average enterprise: 400 active suppliers = $4,800/month + platform = ~$100,000 ARR
  Implementation: $20,000 one-time for SAP/Oracle connectors
  Gross margin: 79% | Average contract length: 3 years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Why We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Watershed / Persefoni: US-focused, Scope 2 heavy. Weak on Scope 3 supplier data. No ERP integration.
  Manual supplier surveys: 38% response rate, unauditable, months out of date.
  Big 4 consulting: $500K–$2M per engagement. Annual snapshots. Not continuous.
  Carbonthread is the only product that pulls live Scope 3 data from ERP transactions — no surveys required
  SAP and Oracle partnership discussions underway — potential to embed as default sustainability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CEO — Amara Osei: Former sustainability director at McKinsey. Led the CDP disclosure programme for 40 global clients. Architect of the EU taxonomy mapping methodology now used by three major banks.
  CTO — Lars Eriksson: Former engineering lead at SAP's Sustainability division. Designed the carbon accounting layer used by 800 companies. Co-author of ISO 14064-3 guidance.
  CPO — Nina Petrov: Former lead product manager at Salesforce Sustainability Cloud. Launched their CSRD module. Previously Head of Product at Persefoni.
  Advisory board: Former DG of DG CLIMA (EU), Chief Sustainability Officer of Maersk.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F0"/>
                </a:solidFill>
              </a:rPr>
              <a:t>  Raising $13M Series A
  Use of funds: 50% product (ERP integrations, reporting modules) | 30% enterprise sales (EMEA focus) | 20% operations
  Two lead investors committed at $8M combined. Seeking strategic co-investor in ESG or enterprise software.
  Milestones: $12M ARR within 18 months, 30 enterprise customers, SAP partnership signed
  CSRD enforcement begins Jan 2025 for large EU companies — strongest pipeline quarter in company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