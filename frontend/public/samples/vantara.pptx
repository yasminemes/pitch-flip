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Vantara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9E0B"/>
                </a:solidFill>
              </a:rPr>
              <a:t>See supplier risk before it becomes a supply chain crisis.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90A8"/>
                </a:solidFill>
              </a:rPr>
              <a:t>Series A Pitch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Supply chain disruptions cost Global 2000 companies an average of $182M per incident
  82% of CPOs say they had no warning before their last major supplier failure
  Current tools: annual audits, manual credit checks, and spreadsheets built by analysts
  By the time a risk is visible — financial distress, geopolitical exposure, quality failure — it's already a crisis
  Procurement teams are managing $50M–$10B in supplier spend with effectively zero real-time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Vantara monitors your entire supplier base across 150+ risk signals — continuously, not annually
  Financial distress signals: payment delays, credit rating changes, court filings, executive departures
  Operational signals: production capacity changes, quality incidents, certifications lapsing
  Geopolitical signals: sanctions, export controls, conflict proximity, regulatory shifts by country
  Risk score per supplier updated daily — with plain-English explanation and recommended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1. Connect: Upload your supplier list or integrate with SAP Ariba, Coupa, or Oracle Procurement
  2. Map: Vantara builds your full supplier network including tier-2 and tier-3 dependencies
  3. Monitor: 150+ signals tracked per supplier from 4,000+ data sources, updated daily
  4. Alert: Critical risks surface as prioritised alerts with context — not a list of 500 flags
  5. Act: Built-in playbooks for each risk type: contingency sourcing, contractual triggers, escalation paths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13 enterprise customers across aerospace, defence, automotive, and industrial manufacturing
  $3.1M ARR | 155% net revenue retention
  Average time from onboarding to first critical supplier alert: 11 days
  Customers have collectively avoided an estimated $340M in supply chain disruption costs
  Pipeline: $8.4M of qualified enterprise opportunities, predominantly FTSE 100 and Fortune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Supply chain risk management market: $6.8B in 2024, projected $18.4B by 2030 (CAGR 18%)
  EU Corporate Sustainability Due Diligence Directive (CSDDD) mandates supplier risk monitoring for 50,000 companies
  US CHIPS Act and defence procurement regulations requiring verified supplier resilience
  Average enterprise with 500+ suppliers spends $2M+/year on manual supplier audits today
  Every large manufacturer, defence contractor, and critical infrastructure company is our prospect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Per-supplier monitoring: $28/active supplier/month
  Platform fee: $4,000/month (includes integrations, alerting, playbooks)
  Average enterprise: 350 active suppliers = $9,800/month + platform = $165,000 ARR
  Tier-2/3 network mapping: additional $2,500/month per extended tier
  Average contract length: 3 years | Gross margin: 81%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Dun &amp; Bradstreet / Moody's: financial data only. No operational or geopolitical signals. No action layer.
  Riskmethods / Resilinc: legacy tools built for procurement analysts, not CPOs. High implementation cost.
  Manual audits: annual snapshots. $5,000–$20,000 per supplier. Zero continuous monitoring.
  Vantara is the only product combining financial, operational, and geopolitical signals in a single daily-updated risk score
  Proprietary signal network trained on 6,000+ historical supplier failure events — accuracy improves with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CEO — Clara Voss: Former Head of Supply Chain Strategy at Airbus. Led a €2.4B supplier risk programme across 1,800 suppliers in 40 countries. Previously at McKinsey Operations Practice.
  CTO — Dr. Rahul Mehta: PhD in network risk modelling from MIT. Former Principal Data Scientist at Palantir, where he built supply chain intelligence for three NATO defence programmes.
  CPO — James Okafor: Former VP Product at Coupa Software. Launched their supplier risk module. Previously Head of Product at Tradeshift.
  Advisory board: Former CPO of BAE Systems, Chief Risk Officer of Maersk, ex-Director of the UK National Cyber Security Centre.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Raising $12M Series A
  Use of funds: 50% product (tier-2/3 mapping, geopolitical signal layer) | 35% enterprise sales (UK, EU, US) | 15% operations
  Two investors committed at $7M combined. Seeking one strategic co-investor from aerospace, defence, or industrial manufacturing.
  Regulatory tailwinds: CSDDD enforcement and US supply chain resilience mandates are creating non-discretionary spend
  Milestones: $11M ARR within 18 months, SAP Ariba and Coupa marketplace listings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